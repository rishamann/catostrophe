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слайд. Старт — понедельник 31 августа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Петля игры и ключевые числа. Подробности — в журнале решений в проекте.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Ключевое правило: у каждого своя зона, пересечений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про поток кода.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про поток визуала.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про поток маркетинга и коммуникации.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РАБОТ · СТАРТ 31 АВГУСТА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82880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Кот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66928" y="2670048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потока работы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66928" y="3794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чем занимается, в каком порядке и с какого дня. Собрано по итогам разбора брифа.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4892040"/>
            <a:ext cx="2286000" cy="18288"/>
          </a:xfrm>
          <a:prstGeom prst="rect">
            <a:avLst/>
          </a:prstGeom>
          <a:solidFill>
            <a:srgbClr val="5C4B6B"/>
          </a:solidFill>
          <a:ln w="12700">
            <a:solidFill>
              <a:srgbClr val="5C4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50292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52669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D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трое, никто не программист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01568" y="4892040"/>
            <a:ext cx="2286000" cy="18288"/>
          </a:xfrm>
          <a:prstGeom prst="rect">
            <a:avLst/>
          </a:prstGeom>
          <a:solidFill>
            <a:srgbClr val="5C4B6B"/>
          </a:solidFill>
          <a:ln w="12700">
            <a:solidFill>
              <a:srgbClr val="5C4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50292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01568" y="52669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D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≈13 часов в неделю на всех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6208" y="4892040"/>
            <a:ext cx="2286000" cy="18288"/>
          </a:xfrm>
          <a:prstGeom prst="rect">
            <a:avLst/>
          </a:prstGeom>
          <a:solidFill>
            <a:srgbClr val="5C4B6B"/>
          </a:solidFill>
          <a:ln w="12700">
            <a:solidFill>
              <a:srgbClr val="5C4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50292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36208" y="52669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D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 ₽ на нейросети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70848" y="4892040"/>
            <a:ext cx="2286000" cy="18288"/>
          </a:xfrm>
          <a:prstGeom prst="rect">
            <a:avLst/>
          </a:prstGeom>
          <a:solidFill>
            <a:srgbClr val="5C4B6B"/>
          </a:solidFill>
          <a:ln w="12700">
            <a:solidFill>
              <a:srgbClr val="5C4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70848" y="50292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070848" y="52669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D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 года до софт-запуска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НАПОМИНАНИЕ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мы делаем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862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игра, один адрес, три способа открыть: ссылка в браузере, Telegram, VK.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96596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C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Кот искренне хочет помочь и украсить. Но он кот. Поэтому выходит катастрофа.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2788920"/>
            <a:ext cx="1700784" cy="1298448"/>
          </a:xfrm>
          <a:prstGeom prst="roundRect">
            <a:avLst>
              <a:gd name="adj" fmla="val 4225"/>
            </a:avLst>
          </a:prstGeom>
          <a:solidFill>
            <a:srgbClr val="FBF7F9"/>
          </a:solidFill>
          <a:ln w="12700">
            <a:solidFill>
              <a:srgbClr val="E8DF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92608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324612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«Коту надо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попасть на шкаф»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67712" y="32461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23744" y="2788920"/>
            <a:ext cx="1700784" cy="1298448"/>
          </a:xfrm>
          <a:prstGeom prst="roundRect">
            <a:avLst>
              <a:gd name="adj" fmla="val 4225"/>
            </a:avLst>
          </a:prstGeom>
          <a:solidFill>
            <a:srgbClr val="F4EFF2"/>
          </a:solidFill>
          <a:ln w="12700">
            <a:solidFill>
              <a:srgbClr val="E8DF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3744" y="292608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Рыбки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23744" y="324612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выполнение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за заначки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24528" y="32461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480560" y="2788920"/>
            <a:ext cx="1700784" cy="1298448"/>
          </a:xfrm>
          <a:prstGeom prst="roundRect">
            <a:avLst>
              <a:gd name="adj" fmla="val 4225"/>
            </a:avLst>
          </a:prstGeom>
          <a:solidFill>
            <a:srgbClr val="FBF7F9"/>
          </a:solidFill>
          <a:ln w="12700">
            <a:solidFill>
              <a:srgbClr val="E8DF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292608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Предмет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324612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покупается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комнату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81344" y="32461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37376" y="2788920"/>
            <a:ext cx="1700784" cy="1298448"/>
          </a:xfrm>
          <a:prstGeom prst="roundRect">
            <a:avLst>
              <a:gd name="adj" fmla="val 4225"/>
            </a:avLst>
          </a:prstGeom>
          <a:solidFill>
            <a:srgbClr val="F4EFF2"/>
          </a:solidFill>
          <a:ln w="12700">
            <a:solidFill>
              <a:srgbClr val="E8DF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37376" y="292608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Гэг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37376" y="324612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 обживает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38160" y="32461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394192" y="2788920"/>
            <a:ext cx="1700784" cy="1298448"/>
          </a:xfrm>
          <a:prstGeom prst="roundRect">
            <a:avLst>
              <a:gd name="adj" fmla="val 4225"/>
            </a:avLst>
          </a:prstGeom>
          <a:solidFill>
            <a:srgbClr val="FBF7F9"/>
          </a:solidFill>
          <a:ln w="12700">
            <a:solidFill>
              <a:srgbClr val="E8DF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94192" y="292608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След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94192" y="324612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остаётся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навсегда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94976" y="32461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351008" y="2788920"/>
            <a:ext cx="1700784" cy="1298448"/>
          </a:xfrm>
          <a:prstGeom prst="roundRect">
            <a:avLst>
              <a:gd name="adj" fmla="val 4225"/>
            </a:avLst>
          </a:prstGeom>
          <a:solidFill>
            <a:srgbClr val="F4EFF2"/>
          </a:solidFill>
          <a:ln w="12700">
            <a:solidFill>
              <a:srgbClr val="E8DF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51008" y="292608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Уборка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351008" y="324612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предмет даёт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второе событие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" y="422452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цикл замыкается: убранный предмет выдаёт другое событие, а не то же самое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4800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72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566928" y="53766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дней контента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01568" y="4800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72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3401568" y="53766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событий в игре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36208" y="4800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72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6236208" y="53766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уровень, 3 задания в день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070848" y="4800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72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9070848" y="53766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покупаемых предметов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6928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 · три потока работы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64240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РАБОТЫ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потока, три человека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862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Потоки идут параллельно и почти не блокируют друг друга. Пересечений в задачах быть не должно — ресурса слишком мало.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3520440" cy="3566160"/>
          </a:xfrm>
          <a:prstGeom prst="rect">
            <a:avLst/>
          </a:prstGeom>
          <a:solidFill>
            <a:srgbClr val="F4EF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32304"/>
            <a:ext cx="201168" cy="201168"/>
          </a:xfrm>
          <a:prstGeom prst="ellipse">
            <a:avLst/>
          </a:prstGeom>
          <a:solidFill>
            <a:srgbClr val="C9781A"/>
          </a:solidFill>
          <a:ln w="12700">
            <a:solidFill>
              <a:srgbClr val="C978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" y="23774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Код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36499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со мной в этом чате. Владелец репозитория, сборки и деплоя.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30083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и физика прыжка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Комната, покупки, экономика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Гэги, следы, Альбом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и монетизация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2148840"/>
            <a:ext cx="3520440" cy="3566160"/>
          </a:xfrm>
          <a:prstGeom prst="rect">
            <a:avLst/>
          </a:prstGeom>
          <a:solidFill>
            <a:srgbClr val="F4EF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9432" y="2432304"/>
            <a:ext cx="201168" cy="201168"/>
          </a:xfrm>
          <a:prstGeom prst="ellipse">
            <a:avLst/>
          </a:prstGeom>
          <a:solidFill>
            <a:srgbClr val="2C7285"/>
          </a:solidFill>
          <a:ln w="12700">
            <a:solidFill>
              <a:srgbClr val="2C72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23774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99432" y="269748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Визуал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336499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с нейросетями. Владелец стиля и всей графики проекта.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99432" y="4114800"/>
            <a:ext cx="30083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Комиксы: 3 кадра на событие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Предметы и состояния «после»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 кота для сборки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и стикеры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19872" y="2148840"/>
            <a:ext cx="3520440" cy="3566160"/>
          </a:xfrm>
          <a:prstGeom prst="rect">
            <a:avLst/>
          </a:prstGeom>
          <a:solidFill>
            <a:srgbClr val="F4EF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5904" y="2432304"/>
            <a:ext cx="201168" cy="201168"/>
          </a:xfrm>
          <a:prstGeom prst="ellipse">
            <a:avLst/>
          </a:prstGeom>
          <a:solidFill>
            <a:srgbClr val="AE5450"/>
          </a:solidFill>
          <a:ln w="12700">
            <a:solidFill>
              <a:srgbClr val="AE54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3774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75904" y="269748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Маркетинг и коммуникация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75904" y="336499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канала, Boosty и всех текстов, которые говорит кот.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75904" y="4114800"/>
            <a:ext cx="30083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 и сообщество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Boosty и подписчики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реплик: голос кота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Сообщения бота и записки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587044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Сверху всех трёх — Yar как продюсер: приоритеты, границы скоупа, решения по развилкам и финальное слово по тону кота.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 · три потока работы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64240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ВСЕХ ТРЁХ ПОТОКОВ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правила, общие для всех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25296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владелец на зону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36008" y="1911096"/>
            <a:ext cx="6986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Код, стиль и голос кота принадлежат по одному человеку. Не «решаем вместе» — предлагают все, решает один. Иначе код разъедется по стилям, а кот заговорит четырьмя разными голосами.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898648"/>
            <a:ext cx="11055096" cy="7315"/>
          </a:xfrm>
          <a:prstGeom prst="rect">
            <a:avLst/>
          </a:prstGeom>
          <a:solidFill>
            <a:srgbClr val="E8DFE5"/>
          </a:solidFill>
          <a:ln w="12700">
            <a:solidFill>
              <a:srgbClr val="E8DF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044952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25296" y="30449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Спецификация живёт в файлах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36008" y="2990088"/>
            <a:ext cx="6986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решений и спецификация предметов лежат в проекте. Всё, что решено, попадает туда сразу. Я работаю в разы лучше, когда мне дают готовые правила, а не пересказ по памяти.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3977640"/>
            <a:ext cx="11055096" cy="7315"/>
          </a:xfrm>
          <a:prstGeom prst="rect">
            <a:avLst/>
          </a:prstGeom>
          <a:solidFill>
            <a:srgbClr val="E8DFE5"/>
          </a:solidFill>
          <a:ln w="12700">
            <a:solidFill>
              <a:srgbClr val="E8DF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123944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25296" y="41239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 каждые несколько недель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36008" y="4069080"/>
            <a:ext cx="6986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без видимого прогресса втроём по вечерам не выдерживается. Поэтому фазы построены так, чтобы каждая заканчивалась чем-то, что можно выложить и показать.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5056632"/>
            <a:ext cx="11055096" cy="7315"/>
          </a:xfrm>
          <a:prstGeom prst="rect">
            <a:avLst/>
          </a:prstGeom>
          <a:solidFill>
            <a:srgbClr val="E8DFE5"/>
          </a:solidFill>
          <a:ln w="12700">
            <a:solidFill>
              <a:srgbClr val="E8DF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5202936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25296" y="52029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Всё новое — в бэклог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36008" y="5148072"/>
            <a:ext cx="6986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первого дня и без исключений. Любая идея записывается, но в текущий скоуп не попадает. Расползание скоупа убивает такие проекты чаще, чем нехватка времени.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6135624"/>
            <a:ext cx="11055096" cy="7315"/>
          </a:xfrm>
          <a:prstGeom prst="rect">
            <a:avLst/>
          </a:prstGeom>
          <a:solidFill>
            <a:srgbClr val="E8DFE5"/>
          </a:solidFill>
          <a:ln w="12700">
            <a:solidFill>
              <a:srgbClr val="E8DF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 · три потока работы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64240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1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697480"/>
            <a:ext cx="11055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Код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66928" y="3794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человек работает со мной здесь. Репозиторий, сборка, деплой — на нём.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754880"/>
            <a:ext cx="274320" cy="2743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1 · КОД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Порядок работ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862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одна цепочка целиком, потом ширина. Один работающий предмет раньше, чем четырнадцать неработающих.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08483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Н1–4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18488" y="2057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Среда и первый прыжок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791456" y="2048256"/>
            <a:ext cx="6830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Node, git, репозиторий, Phaser. Прямоугольник летит от оттяжки пальцем. Цель — понять, приятно ли это в руках.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724912"/>
            <a:ext cx="11055096" cy="7315"/>
          </a:xfrm>
          <a:prstGeom prst="rect">
            <a:avLst/>
          </a:prstGeom>
          <a:solidFill>
            <a:srgbClr val="E8DFE5"/>
          </a:solidFill>
          <a:ln w="12700">
            <a:solidFill>
              <a:srgbClr val="E8DF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85292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Н5–13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18488" y="282549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Реактивный уровень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791456" y="2816352"/>
            <a:ext cx="6830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 из частей, физика, объекты отвечают своей анимацией и репликой. Самая долгая и самая важная часть проекта.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5096" cy="7315"/>
          </a:xfrm>
          <a:prstGeom prst="rect">
            <a:avLst/>
          </a:prstGeom>
          <a:solidFill>
            <a:srgbClr val="E8DFE5"/>
          </a:solidFill>
          <a:ln w="12700">
            <a:solidFill>
              <a:srgbClr val="E8DF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62102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Н14–20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18488" y="35935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Задания и рыбки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791456" y="3584448"/>
            <a:ext cx="6830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 заданий, заначки, награда, экран итога. К концу — уровень выложен по ссылке и играется.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261104"/>
            <a:ext cx="11055096" cy="7315"/>
          </a:xfrm>
          <a:prstGeom prst="rect">
            <a:avLst/>
          </a:prstGeom>
          <a:solidFill>
            <a:srgbClr val="E8DFE5"/>
          </a:solidFill>
          <a:ln w="12700">
            <a:solidFill>
              <a:srgbClr val="E8DF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3891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Н21–36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18488" y="4361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Комната и гэги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791456" y="4352544"/>
            <a:ext cx="6830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Хаб, слоты, покупки, оверлей гэга в три кадра, следы, ночная уборка, Альбом, шеринг, финал.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5029200"/>
            <a:ext cx="11055096" cy="7315"/>
          </a:xfrm>
          <a:prstGeom prst="rect">
            <a:avLst/>
          </a:prstGeom>
          <a:solidFill>
            <a:srgbClr val="E8DFE5"/>
          </a:solidFill>
          <a:ln w="12700">
            <a:solidFill>
              <a:srgbClr val="E8DF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515721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Н37–48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18488" y="51297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Бот, VK, деньги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791456" y="5120640"/>
            <a:ext cx="6830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Сообщение по расписанию, третий адаптер, реклама с наградой, промокоды, аналитика, плейтест.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797296"/>
            <a:ext cx="11055096" cy="7315"/>
          </a:xfrm>
          <a:prstGeom prst="rect">
            <a:avLst/>
          </a:prstGeom>
          <a:solidFill>
            <a:srgbClr val="E8DFE5"/>
          </a:solidFill>
          <a:ln w="12700">
            <a:solidFill>
              <a:srgbClr val="E8DF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5925312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технических решения держат проект в подъёмном размере: своего сервера нет (состояние в браузере и Telegram CloudStorage), бот шлёт общее — личное пишет игра, кот собирается из частей, а не рисуется по кадрам.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 · три потока работы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64240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1 · КОД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Семь правил работы со мной над кодом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862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Такие проекты умирают не от нехватки таланта, а от одного вечера, когда что-то сломалось и стало непонятно, что делать.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137160" cy="137160"/>
          </a:xfrm>
          <a:prstGeom prst="ellipse">
            <a:avLst/>
          </a:prstGeom>
          <a:solidFill>
            <a:srgbClr val="C9781A"/>
          </a:solidFill>
          <a:ln w="12700">
            <a:solidFill>
              <a:srgbClr val="C978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07568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с первого дня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9536" y="2395728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Коммит каждый раз, когда игра запустилась и не сломалась. Единственная страховка, и она бесплатная.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3218688"/>
            <a:ext cx="137160" cy="137160"/>
          </a:xfrm>
          <a:prstGeom prst="ellipse">
            <a:avLst/>
          </a:prstGeom>
          <a:solidFill>
            <a:srgbClr val="C9781A"/>
          </a:solidFill>
          <a:ln w="12700">
            <a:solidFill>
              <a:srgbClr val="C978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30998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Сломалось — откатись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9536" y="3419856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Вернуться к рабочему коммиту и пойти иначе почти всегда быстрее, чем разбирать завал.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4242816"/>
            <a:ext cx="137160" cy="137160"/>
          </a:xfrm>
          <a:prstGeom prst="ellipse">
            <a:avLst/>
          </a:prstGeom>
          <a:solidFill>
            <a:srgbClr val="C9781A"/>
          </a:solidFill>
          <a:ln w="12700">
            <a:solidFill>
              <a:srgbClr val="C978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412394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задача — один запрос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9536" y="4443984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«сделай игру про кота», а «сделай полёт по дуге от оттяжки пальцем».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5266944"/>
            <a:ext cx="137160" cy="137160"/>
          </a:xfrm>
          <a:prstGeom prst="ellipse">
            <a:avLst/>
          </a:prstGeom>
          <a:solidFill>
            <a:srgbClr val="C9781A"/>
          </a:solidFill>
          <a:ln w="12700">
            <a:solidFill>
              <a:srgbClr val="C978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514807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Запускай после каждой правки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9536" y="5468112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накопленных изменения ломаются вместе, и виноватую искать впятеро дороже.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90488" y="2194560"/>
            <a:ext cx="137160" cy="137160"/>
          </a:xfrm>
          <a:prstGeom prst="ellipse">
            <a:avLst/>
          </a:prstGeom>
          <a:solidFill>
            <a:srgbClr val="C9781A"/>
          </a:solidFill>
          <a:ln w="12700">
            <a:solidFill>
              <a:srgbClr val="C978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83096" y="207568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Правило тридцати минут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83096" y="2395728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двигается полчаса — упрости задачу, а не углубляйся. Версия попроще почти всегда есть.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90488" y="3218688"/>
            <a:ext cx="137160" cy="137160"/>
          </a:xfrm>
          <a:prstGeom prst="ellipse">
            <a:avLst/>
          </a:prstGeom>
          <a:solidFill>
            <a:srgbClr val="C9781A"/>
          </a:solidFill>
          <a:ln w="12700">
            <a:solidFill>
              <a:srgbClr val="C978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83096" y="30998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Стек не меняется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83096" y="3419856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Phaser, аркадная физика, обычный JavaScript. Смена технологии посреди пути стоит недели.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90488" y="4242816"/>
            <a:ext cx="137160" cy="137160"/>
          </a:xfrm>
          <a:prstGeom prst="ellipse">
            <a:avLst/>
          </a:prstGeom>
          <a:solidFill>
            <a:srgbClr val="C9781A"/>
          </a:solidFill>
          <a:ln w="12700">
            <a:solidFill>
              <a:srgbClr val="C978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83096" y="412394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Проверяй на телефоне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83096" y="4443984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 живёт на среднем Android в метро. То, что летает на ноутбуке, там может не открыться.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 · три потока работы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64240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1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FA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697480"/>
            <a:ext cx="11055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Визуал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66928" y="3794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человек работает с нейросетями. Стиль и вся графика проекта — на нём.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754880"/>
            <a:ext cx="274320" cy="274320"/>
          </a:xfrm>
          <a:prstGeom prst="ellipse">
            <a:avLst/>
          </a:prstGeom>
          <a:solidFill>
            <a:srgbClr val="5FA9BB"/>
          </a:solidFill>
          <a:ln w="12700">
            <a:solidFill>
              <a:srgbClr val="5FA9B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2 · ВИЗУАЛ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нужно нарисовать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862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Статику нейросети делают — ваш концепт комнаты это доказал. Покадровую анимацию не делают, поэтому её в проекте нет.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2606040" cy="1691640"/>
          </a:xfrm>
          <a:prstGeom prst="rect">
            <a:avLst/>
          </a:prstGeom>
          <a:solidFill>
            <a:srgbClr val="F4EF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8600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72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95528" y="29626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кадра комиксов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323697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три на каждое из 28 событий — самая большая статья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01568" y="2148840"/>
            <a:ext cx="2606040" cy="1691640"/>
          </a:xfrm>
          <a:prstGeom prst="rect">
            <a:avLst/>
          </a:prstGeom>
          <a:solidFill>
            <a:srgbClr val="F4EF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0168" y="228600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72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30168" y="29626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состояния предметов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30168" y="323697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чистых плюс 28 «после кота»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6208" y="2148840"/>
            <a:ext cx="2606040" cy="1691640"/>
          </a:xfrm>
          <a:prstGeom prst="rect">
            <a:avLst/>
          </a:prstGeom>
          <a:solidFill>
            <a:srgbClr val="F4EF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228600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72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64808" y="29626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частей кота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64808" y="323697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тело, голова, лапы, хвост — в двух цветах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70848" y="2148840"/>
            <a:ext cx="2606040" cy="1691640"/>
          </a:xfrm>
          <a:prstGeom prst="rect">
            <a:avLst/>
          </a:prstGeom>
          <a:solidFill>
            <a:srgbClr val="F4EF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99448" y="228600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72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299448" y="29626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морд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99448" y="323697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отдельным слоем поверх любой анимации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Порядок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66928" y="4498848"/>
            <a:ext cx="11055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Н1–2  ·  Пайплайн: палитра, промты, правила стиля. Цель — три кадра с одинаковым котом за понятное время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Н2–6  ·  Комиксы для канала: 4–5 гэгов в неделю. Это же готовый визуал для игры — ничего не выбрасывается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Н5–12  ·  Части кота и объекты уровня — чтобы поток 1 не ждал графику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Н13–30  ·  Предметы, состояния «после», интерфейс, экран выбора, финал, стикеры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 · три потока работы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2 · ВИЗУАЛ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Пайплайн и приёмка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862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задача этого потока — не «красиво», а «одинаково». Стиль, который плывёт от гэга к гэгу, читается как халтура.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3520440" cy="3246120"/>
          </a:xfrm>
          <a:prstGeom prst="rect">
            <a:avLst/>
          </a:prstGeom>
          <a:solidFill>
            <a:srgbClr val="F4EF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95728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фиксируем в первую неделю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0083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Палитра: тёплый вечерний свет, синее окно, дождь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холста и плотность пикселя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Пропорции кота и толщина обводки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кадра комикса: рамка, поля, композиция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2194560"/>
            <a:ext cx="3520440" cy="3246120"/>
          </a:xfrm>
          <a:prstGeom prst="rect">
            <a:avLst/>
          </a:prstGeom>
          <a:solidFill>
            <a:srgbClr val="F4EF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2395728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 производства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99432" y="3017520"/>
            <a:ext cx="30083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три кадра одного гэга — на одном фоне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Меняется только кот и предмет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Черновик нейросетью, доводка руками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гэг проверяется рядом с предыдущим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19872" y="2194560"/>
            <a:ext cx="3520440" cy="3246120"/>
          </a:xfrm>
          <a:prstGeom prst="rect">
            <a:avLst/>
          </a:prstGeom>
          <a:solidFill>
            <a:srgbClr val="FBF3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75904" y="2395728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E5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Когда режем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375904" y="3017520"/>
            <a:ext cx="30083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пайплайн не даёт 4–5 гэгов в неделю к третьей неделе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кадра на простых событиях, три — только на витринных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Витринные идут в ролики, остальные живут в игре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562356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Приёмка: гэг считается готовым, когда он читается без слов и его не стыдно выложить в канал в тот же день.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 · три потока работы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64240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1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697480"/>
            <a:ext cx="11055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Маркетинг и коммуникация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66928" y="3794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Канал, Boosty, аудитория — и всё, что говорит кот: реплики, сообщения бота, записки в игре.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754880"/>
            <a:ext cx="274320" cy="274320"/>
          </a:xfrm>
          <a:prstGeom prst="ellipse">
            <a:avLst/>
          </a:prstGeom>
          <a:solidFill>
            <a:srgbClr val="D98884"/>
          </a:solidFill>
          <a:ln w="12700">
            <a:solidFill>
              <a:srgbClr val="D98884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3 · МАРКЕТИНГ И КОММУНИКАЦИЯ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 работы в одном потоке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862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Снаружи — привести людей и получить первые деньги. Внутри — сделать так, чтобы кот разговаривал.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5349240" cy="3429000"/>
          </a:xfrm>
          <a:prstGeom prst="rect">
            <a:avLst/>
          </a:prstGeom>
          <a:solidFill>
            <a:srgbClr val="FBF3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957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E5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Снаружи: аудитория и деньги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852928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 в Telegram и сообщество VK: контент-план, публикации, ответы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Комиксы выходят 4–5 раз в неделю — материал даёт поток 2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Boosty: уровни поддержки, промокоды, общение с подписчиками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Посевы в котиковых микроканалах, DTF, Pikabu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охватов: какие гэги зашли — те и идут в игру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Следит, чтобы Boosty покрывал подписки на нейросети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6208" y="2194560"/>
            <a:ext cx="5349240" cy="3429000"/>
          </a:xfrm>
          <a:prstGeom prst="rect">
            <a:avLst/>
          </a:prstGeom>
          <a:solidFill>
            <a:srgbClr val="F4EF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0528" y="23957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Внутри: голос кота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10528" y="2852928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 200 коротких реплик — весь текст игры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Реакции на столкновения в уровне: ~35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Реплики умной колонки: 20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Утренние сообщения бота: ~60 заготовок в трёх слоях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на кнопки, формулировки заданий, описания предметов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Финальное слово по тону остаётся за Yar — иначе кот заговорит разными голосами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58064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Двести фраз по одной-две строки — это два-три вечера работы. На фоне кода и графики текст бесплатен, а именно он главный актив проекта.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 · три потока работы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64240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3 · МАРКЕТИНГ И КОММУНИКАЦИЯ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Канал делает четыре работы сразу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862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он запускается первым — раньше, чем появится первая строчка кода.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5349240" cy="1417320"/>
          </a:xfrm>
          <a:prstGeom prst="rect">
            <a:avLst/>
          </a:prstGeom>
          <a:solidFill>
            <a:srgbClr val="F4EF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496312"/>
            <a:ext cx="164592" cy="164592"/>
          </a:xfrm>
          <a:prstGeom prst="ellipse">
            <a:avLst/>
          </a:prstGeom>
          <a:solidFill>
            <a:srgbClr val="AE5450"/>
          </a:solidFill>
          <a:ln w="12700">
            <a:solidFill>
              <a:srgbClr val="AE5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1288" y="241401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Проверяет, смешно ли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61288" y="277977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Пятнадцать гэгов с низкими охватами означают, что дело в юморе, а не в игре. Проверка стоит три недели вместо года.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6208" y="2194560"/>
            <a:ext cx="5349240" cy="1417320"/>
          </a:xfrm>
          <a:prstGeom prst="rect">
            <a:avLst/>
          </a:prstGeom>
          <a:solidFill>
            <a:srgbClr val="F4EF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0528" y="2496312"/>
            <a:ext cx="164592" cy="164592"/>
          </a:xfrm>
          <a:prstGeom prst="ellipse">
            <a:avLst/>
          </a:prstGeom>
          <a:solidFill>
            <a:srgbClr val="AE5450"/>
          </a:solidFill>
          <a:ln w="12700">
            <a:solidFill>
              <a:srgbClr val="AE54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0568" y="241401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Отбирает контент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30568" y="277977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комиксы собрали больше — те и становятся событиями в игре. Финальная десятка выбирается по данным, а не по вкусу.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886200"/>
            <a:ext cx="5349240" cy="1417320"/>
          </a:xfrm>
          <a:prstGeom prst="rect">
            <a:avLst/>
          </a:prstGeom>
          <a:solidFill>
            <a:srgbClr val="F4EF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4187952"/>
            <a:ext cx="164592" cy="164592"/>
          </a:xfrm>
          <a:prstGeom prst="ellipse">
            <a:avLst/>
          </a:prstGeom>
          <a:solidFill>
            <a:srgbClr val="AE5450"/>
          </a:solidFill>
          <a:ln w="12700">
            <a:solidFill>
              <a:srgbClr val="AE54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410565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Собирает аудиторию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61288" y="447141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софт-запуску игроков не придётся искать: они читают канал уже год. И плейтест берётся оттуда же.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36208" y="3886200"/>
            <a:ext cx="5349240" cy="1417320"/>
          </a:xfrm>
          <a:prstGeom prst="rect">
            <a:avLst/>
          </a:prstGeom>
          <a:solidFill>
            <a:srgbClr val="F4EF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10528" y="4187952"/>
            <a:ext cx="164592" cy="164592"/>
          </a:xfrm>
          <a:prstGeom prst="ellipse">
            <a:avLst/>
          </a:prstGeom>
          <a:solidFill>
            <a:srgbClr val="AE5450"/>
          </a:solidFill>
          <a:ln w="12700">
            <a:solidFill>
              <a:srgbClr val="AE54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0568" y="410565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Оплачивает разработку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30568" y="447141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Boosty должен покрывать подписки на нейросети. К третьему месяцу — хотя бы половину.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57150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четвёртой недели: если охваты не растут — режем скоуп игры, а не удваиваем усилия.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 · три потока работы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64240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Первые шесть недель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862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три потока стартуют одновременно 31 августа. К 11 октября — первая точка принятия решений.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1417320" cy="384048"/>
          </a:xfrm>
          <a:prstGeom prst="rect">
            <a:avLst/>
          </a:prstGeom>
          <a:solidFill>
            <a:srgbClr val="241C29"/>
          </a:solidFill>
          <a:ln w="12700">
            <a:solidFill>
              <a:srgbClr val="241C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9385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84248" y="1938528"/>
            <a:ext cx="3200400" cy="384048"/>
          </a:xfrm>
          <a:prstGeom prst="rect">
            <a:avLst/>
          </a:prstGeom>
          <a:solidFill>
            <a:srgbClr val="241C29"/>
          </a:solidFill>
          <a:ln w="12700">
            <a:solidFill>
              <a:srgbClr val="241C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93976" y="19385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1 · Код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184648" y="1938528"/>
            <a:ext cx="2788920" cy="384048"/>
          </a:xfrm>
          <a:prstGeom prst="rect">
            <a:avLst/>
          </a:prstGeom>
          <a:solidFill>
            <a:srgbClr val="241C29"/>
          </a:solidFill>
          <a:ln w="12700">
            <a:solidFill>
              <a:srgbClr val="241C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94376" y="19385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2 · Визуал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73568" y="1938528"/>
            <a:ext cx="3611880" cy="384048"/>
          </a:xfrm>
          <a:prstGeom prst="rect">
            <a:avLst/>
          </a:prstGeom>
          <a:solidFill>
            <a:srgbClr val="241C29"/>
          </a:solidFill>
          <a:ln w="12700">
            <a:solidFill>
              <a:srgbClr val="241C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93852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3 · Маркетинг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322576"/>
            <a:ext cx="1417320" cy="877824"/>
          </a:xfrm>
          <a:prstGeom prst="rect">
            <a:avLst/>
          </a:prstGeom>
          <a:solidFill>
            <a:srgbClr val="F4EF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2395728"/>
            <a:ext cx="11795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41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Н1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41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31.08–06.09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84248" y="2322576"/>
            <a:ext cx="3200400" cy="877824"/>
          </a:xfrm>
          <a:prstGeom prst="rect">
            <a:avLst/>
          </a:prstGeom>
          <a:solidFill>
            <a:srgbClr val="F4EF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12264" y="2395728"/>
            <a:ext cx="2962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Node, git, репозиторий.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Пустой проект собирается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открывается в браузере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84648" y="2322576"/>
            <a:ext cx="2788920" cy="877824"/>
          </a:xfrm>
          <a:prstGeom prst="rect">
            <a:avLst/>
          </a:prstGeom>
          <a:solidFill>
            <a:srgbClr val="F4EF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2664" y="2395728"/>
            <a:ext cx="2551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Палитра, промты,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стиля.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пробный комикс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973568" y="2322576"/>
            <a:ext cx="3611880" cy="877824"/>
          </a:xfrm>
          <a:prstGeom prst="rect">
            <a:avLst/>
          </a:prstGeom>
          <a:solidFill>
            <a:srgbClr val="F4EF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1584" y="2395728"/>
            <a:ext cx="3374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Название. Канал, сообщество,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Boosty. Оплата подписок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нейросети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3218688"/>
            <a:ext cx="1417320" cy="877824"/>
          </a:xfrm>
          <a:prstGeom prst="rect">
            <a:avLst/>
          </a:prstGeom>
          <a:solidFill>
            <a:srgbClr val="FBF7F9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3291840"/>
            <a:ext cx="11795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41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Н2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41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07.09–13.09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84248" y="3218688"/>
            <a:ext cx="3200400" cy="877824"/>
          </a:xfrm>
          <a:prstGeom prst="rect">
            <a:avLst/>
          </a:prstGeom>
          <a:solidFill>
            <a:srgbClr val="FBF7F9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12264" y="3291840"/>
            <a:ext cx="2962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прыжок: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прямоугольник летит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оттяжки пальцем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184648" y="3218688"/>
            <a:ext cx="2788920" cy="877824"/>
          </a:xfrm>
          <a:prstGeom prst="rect">
            <a:avLst/>
          </a:prstGeom>
          <a:solidFill>
            <a:srgbClr val="FBF7F9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12664" y="3291840"/>
            <a:ext cx="2551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4–5 комиксов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973568" y="3218688"/>
            <a:ext cx="3611880" cy="877824"/>
          </a:xfrm>
          <a:prstGeom prst="rect">
            <a:avLst/>
          </a:prstGeom>
          <a:solidFill>
            <a:srgbClr val="FBF7F9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01584" y="3291840"/>
            <a:ext cx="3374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публикация.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40 реплик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4114800"/>
            <a:ext cx="1417320" cy="877824"/>
          </a:xfrm>
          <a:prstGeom prst="rect">
            <a:avLst/>
          </a:prstGeom>
          <a:solidFill>
            <a:srgbClr val="F4EF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" y="4187952"/>
            <a:ext cx="11795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41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Н3–4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41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14.09–27.09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84248" y="4114800"/>
            <a:ext cx="3200400" cy="877824"/>
          </a:xfrm>
          <a:prstGeom prst="rect">
            <a:avLst/>
          </a:prstGeom>
          <a:solidFill>
            <a:srgbClr val="F4EF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12264" y="4187952"/>
            <a:ext cx="2962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Отскоки, пол, стены.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объект отвечает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столкновение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84648" y="4114800"/>
            <a:ext cx="2788920" cy="877824"/>
          </a:xfrm>
          <a:prstGeom prst="rect">
            <a:avLst/>
          </a:prstGeom>
          <a:solidFill>
            <a:srgbClr val="F4EF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12664" y="4187952"/>
            <a:ext cx="2551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комиксов.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Порог: даёт ли пайплайн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в неделю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973568" y="4114800"/>
            <a:ext cx="3611880" cy="877824"/>
          </a:xfrm>
          <a:prstGeom prst="rect">
            <a:avLst/>
          </a:prstGeom>
          <a:solidFill>
            <a:srgbClr val="F4EF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01584" y="4187952"/>
            <a:ext cx="3374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Посевы. Порог четвёртой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недели: смешно или нет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66928" y="5010912"/>
            <a:ext cx="1417320" cy="877824"/>
          </a:xfrm>
          <a:prstGeom prst="rect">
            <a:avLst/>
          </a:prstGeom>
          <a:solidFill>
            <a:srgbClr val="FBF7F9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" y="5084064"/>
            <a:ext cx="11795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41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Н5–6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41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28.09–11.10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984248" y="5010912"/>
            <a:ext cx="3200400" cy="877824"/>
          </a:xfrm>
          <a:prstGeom prst="rect">
            <a:avLst/>
          </a:prstGeom>
          <a:solidFill>
            <a:srgbClr val="FBF7F9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12264" y="5084064"/>
            <a:ext cx="2962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 из частей вместо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прямоугольника. Начало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реактивного мира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184648" y="5010912"/>
            <a:ext cx="2788920" cy="877824"/>
          </a:xfrm>
          <a:prstGeom prst="rect">
            <a:avLst/>
          </a:prstGeom>
          <a:solidFill>
            <a:srgbClr val="FBF7F9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12664" y="5084064"/>
            <a:ext cx="2551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 кота.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объекты уровня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973568" y="5010912"/>
            <a:ext cx="3611880" cy="877824"/>
          </a:xfrm>
          <a:prstGeom prst="rect">
            <a:avLst/>
          </a:prstGeom>
          <a:solidFill>
            <a:srgbClr val="FBF7F9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01584" y="5084064"/>
            <a:ext cx="3374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20–25 комиксов всего.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платящие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Boosty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66928" y="5998464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октября — порог фазы 0. Смотрим охваты, подписчиков и платящих. Решаем, во что превращается план дальше.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66928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 · три потока работы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064240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Дальше: четыре вехи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862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Всего работы около 885 часов при ресурсе примерно 13 часов в неделю. Двенадцати недель из презентации не будет — планируем от года.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295144"/>
            <a:ext cx="182880" cy="182880"/>
          </a:xfrm>
          <a:prstGeom prst="ellipse">
            <a:avLst/>
          </a:prstGeom>
          <a:solidFill>
            <a:srgbClr val="AE5450"/>
          </a:solidFill>
          <a:ln w="12700">
            <a:solidFill>
              <a:srgbClr val="AE5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2478024"/>
            <a:ext cx="18288" cy="786384"/>
          </a:xfrm>
          <a:prstGeom prst="rect">
            <a:avLst/>
          </a:prstGeom>
          <a:solidFill>
            <a:srgbClr val="E8DFE5"/>
          </a:solidFill>
          <a:ln w="12700">
            <a:solidFill>
              <a:srgbClr val="E8DF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1488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E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октября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75888" y="209397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Кот живёт в канале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39128" y="2112264"/>
            <a:ext cx="4882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20–25 комиксов, аудитория, первые платящие. Весь текст игры написан. Кода ещё почти нет.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328416"/>
            <a:ext cx="182880" cy="182880"/>
          </a:xfrm>
          <a:prstGeom prst="ellipse">
            <a:avLst/>
          </a:prstGeom>
          <a:solidFill>
            <a:srgbClr val="C9781A"/>
          </a:solidFill>
          <a:ln w="12700">
            <a:solidFill>
              <a:srgbClr val="C978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" y="3511296"/>
            <a:ext cx="18288" cy="786384"/>
          </a:xfrm>
          <a:prstGeom prst="rect">
            <a:avLst/>
          </a:prstGeom>
          <a:solidFill>
            <a:srgbClr val="E8DFE5"/>
          </a:solidFill>
          <a:ln w="12700">
            <a:solidFill>
              <a:srgbClr val="E8DF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31821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середина января 2027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75888" y="312724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Играбельный уровень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39128" y="3145536"/>
            <a:ext cx="4882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 прыгает, мир отвечает, задания дают рыбки. Выложен по ссылке — ролики режутся уже из игры.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4361688"/>
            <a:ext cx="182880" cy="182880"/>
          </a:xfrm>
          <a:prstGeom prst="ellipse">
            <a:avLst/>
          </a:prstGeom>
          <a:solidFill>
            <a:srgbClr val="2C7285"/>
          </a:solidFill>
          <a:ln w="12700">
            <a:solidFill>
              <a:srgbClr val="2C728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" y="4544568"/>
            <a:ext cx="18288" cy="786384"/>
          </a:xfrm>
          <a:prstGeom prst="rect">
            <a:avLst/>
          </a:prstGeom>
          <a:solidFill>
            <a:srgbClr val="E8DFE5"/>
          </a:solidFill>
          <a:ln w="12700">
            <a:solidFill>
              <a:srgbClr val="E8DF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421538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начало мая 2027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75888" y="41605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Игра проходится целиком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39128" y="4178808"/>
            <a:ext cx="4882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Комната, покупки, гэги, следы, уборка, Альбом, шеринг, финал за дверью.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5394960"/>
            <a:ext cx="182880" cy="182880"/>
          </a:xfrm>
          <a:prstGeom prst="ellipse">
            <a:avLst/>
          </a:prstGeom>
          <a:solidFill>
            <a:srgbClr val="241C29"/>
          </a:solidFill>
          <a:ln w="12700">
            <a:solidFill>
              <a:srgbClr val="241C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524865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1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конец июля 2027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75888" y="519379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Софт-запуск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39128" y="5212080"/>
            <a:ext cx="4882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Бот, VK, монетизация, аналитика, плейтест. Цель — от тысячи до трёх тысяч игроков.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580644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рычага, если год окажется слишком долго: пять покупаемых предметов вместо десяти (−120 часов, контента на 9–10 дней) и первый выпуск без бота и VK (−65 часов, деньги приходят позже).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 · три потока работы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64240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ДЕНЬГИ И ПОРОГИ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Бюджет и где встанет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0116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100 000 ₽ уходят на инструменты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2487168"/>
            <a:ext cx="5577840" cy="457200"/>
          </a:xfrm>
          <a:prstGeom prst="rect">
            <a:avLst/>
          </a:prstGeom>
          <a:solidFill>
            <a:srgbClr val="F4EF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4871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1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Нейросети для кода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52928" y="24871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50 000 – 90 000 ₽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98848" y="24871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статья, работает все месяцы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3035808"/>
            <a:ext cx="5577840" cy="457200"/>
          </a:xfrm>
          <a:prstGeom prst="rect">
            <a:avLst/>
          </a:prstGeom>
          <a:solidFill>
            <a:srgbClr val="FBF7F9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0358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1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графики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52928" y="30358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15 000 – 30 000 ₽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98848" y="30358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активно в первые месяцы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3584448"/>
            <a:ext cx="5577840" cy="457200"/>
          </a:xfrm>
          <a:prstGeom prst="rect">
            <a:avLst/>
          </a:prstGeom>
          <a:solidFill>
            <a:srgbClr val="F4EF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5844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1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Хостинг и домен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52928" y="35844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3 000 – 6 000 ₽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98848" y="35844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нашем масштабе почти бесплатно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6928" y="4133088"/>
            <a:ext cx="5577840" cy="457200"/>
          </a:xfrm>
          <a:prstGeom prst="rect">
            <a:avLst/>
          </a:prstGeom>
          <a:solidFill>
            <a:srgbClr val="FBF7F9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1330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1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Посевы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52928" y="413308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остаток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98848" y="41330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то, что останется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" y="475488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 тысяч на год не хватит — и это ожидаемо. Boosty из первой недели должен покрывать подписки. Если к третьему месяцу не покрывает хотя бы половину — режем скоуп, а не ищем деньги.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01968" y="20116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места, где проект может встать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01968" y="24871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Отладочный тупик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213848" y="25146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AE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ЛЮБАЯ НЕДЕЛЯ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601968" y="2779776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Что-то не работает, ошибки нет, вечер потрачен. Порог: не двигается неделю — упрощаем или выбрасываем.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01968" y="3310128"/>
            <a:ext cx="4983480" cy="7315"/>
          </a:xfrm>
          <a:prstGeom prst="rect">
            <a:avLst/>
          </a:prstGeom>
          <a:solidFill>
            <a:srgbClr val="E8DFE5"/>
          </a:solidFill>
          <a:ln w="12700">
            <a:solidFill>
              <a:srgbClr val="E8DF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401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Комиксы не заходят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0213848" y="34290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AE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601968" y="3694176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Дело в юморе, а не в игре. Игра этого не починит.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01968" y="4224528"/>
            <a:ext cx="4983480" cy="7315"/>
          </a:xfrm>
          <a:prstGeom prst="rect">
            <a:avLst/>
          </a:prstGeom>
          <a:solidFill>
            <a:srgbClr val="E8DFE5"/>
          </a:solidFill>
          <a:ln w="12700">
            <a:solidFill>
              <a:srgbClr val="E8DF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315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Кот из частей выглядит дёшево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0213848" y="43434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AE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8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601968" y="4608576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Запасной вариант — три-четыре кадра вместо плавного движения.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601968" y="5138928"/>
            <a:ext cx="4983480" cy="7315"/>
          </a:xfrm>
          <a:prstGeom prst="rect">
            <a:avLst/>
          </a:prstGeom>
          <a:solidFill>
            <a:srgbClr val="E8DFE5"/>
          </a:solidFill>
          <a:ln w="12700">
            <a:solidFill>
              <a:srgbClr val="E8DF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01968" y="52303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Выгорание на дистанции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0213848" y="5257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AE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ПОСТОЯННО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601968" y="5522976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по вечерам втроём. Лекарство одно — видимый результат каждые несколько недель.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601968" y="6053328"/>
            <a:ext cx="4983480" cy="7315"/>
          </a:xfrm>
          <a:prstGeom prst="rect">
            <a:avLst/>
          </a:prstGeom>
          <a:solidFill>
            <a:srgbClr val="E8DFE5"/>
          </a:solidFill>
          <a:ln w="12700">
            <a:solidFill>
              <a:srgbClr val="E8DF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 · три потока работы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064240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ЧЕГО НАЧИНАЕМ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41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Эта неделя и понедельник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862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решений и три первых действия. Всё остальное считается от даты первой публикации в канале.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0574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E5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 конца недели · 27–30 августа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487168"/>
            <a:ext cx="5577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Выбрать название — без него не открыть ни канал, ни Boosty, ни стикеры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Назначить владельцев: кто на код, кто на визуал, кто на маркетинг и коммуникацию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и зафиксировать способ оплаты подписок на нейросети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Прислать список предметов: десять покупаемых и четыре стартовых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Назначить дату первой публикации в канале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Прислать сюда проект из ветки «первый проект / Ярослав» — чтобы откалибровать оценки по реальной скорости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01968" y="20574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 понедельника · 31 августа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01968" y="2487168"/>
            <a:ext cx="5029200" cy="868680"/>
          </a:xfrm>
          <a:prstGeom prst="rect">
            <a:avLst/>
          </a:prstGeom>
          <a:solidFill>
            <a:srgbClr val="F4EF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30568" y="2688336"/>
            <a:ext cx="146304" cy="146304"/>
          </a:xfrm>
          <a:prstGeom prst="ellipse">
            <a:avLst/>
          </a:prstGeom>
          <a:solidFill>
            <a:srgbClr val="C9781A"/>
          </a:solidFill>
          <a:ln w="12700">
            <a:solidFill>
              <a:srgbClr val="C978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6600" y="2633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30568" y="28895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Ставим среду и репозиторий. К концу недели пустой проект собирается и открывается в браузере.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01968" y="3493008"/>
            <a:ext cx="5029200" cy="868680"/>
          </a:xfrm>
          <a:prstGeom prst="rect">
            <a:avLst/>
          </a:prstGeom>
          <a:solidFill>
            <a:srgbClr val="F4EF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0568" y="3694176"/>
            <a:ext cx="146304" cy="146304"/>
          </a:xfrm>
          <a:prstGeom prst="ellipse">
            <a:avLst/>
          </a:prstGeom>
          <a:solidFill>
            <a:srgbClr val="2C7285"/>
          </a:solidFill>
          <a:ln w="12700">
            <a:solidFill>
              <a:srgbClr val="2C72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3639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30568" y="38953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Фиксируем палитру и правила стиля. К концу недели — первый пробный комикс из трёх кадров.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01968" y="4498848"/>
            <a:ext cx="5029200" cy="868680"/>
          </a:xfrm>
          <a:prstGeom prst="rect">
            <a:avLst/>
          </a:prstGeom>
          <a:solidFill>
            <a:srgbClr val="F4EFF2"/>
          </a:solidFill>
          <a:ln w="9525">
            <a:solidFill>
              <a:srgbClr val="E8DF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30568" y="4700016"/>
            <a:ext cx="146304" cy="146304"/>
          </a:xfrm>
          <a:prstGeom prst="ellipse">
            <a:avLst/>
          </a:prstGeom>
          <a:solidFill>
            <a:srgbClr val="AE5450"/>
          </a:solidFill>
          <a:ln w="12700">
            <a:solidFill>
              <a:srgbClr val="AE54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4645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E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30568" y="490118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Открываем канал, сообщество и Boosty. Оплачиваем подписки.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01968" y="55778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шаг потока 1 предлагаю сделать не на следующей неделе, а прямо сейчас: маленький работающий прыжок за один заход. Это сразу покажет реальную скорость и откалибрует весь план.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 · три потока работы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64240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41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51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«Нет проигрыша — есть два вида веселья»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3749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Начинаем 31 августа 2026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решений и спецификация предметов лежат в проекте «Разработка игры» и обновляются по ходу.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Кот — три потока работы</dc:title>
  <dc:subject>PptxGenJS Presentation</dc:subject>
  <dc:creator>Yar</dc:creator>
  <cp:lastModifiedBy>Yar</cp:lastModifiedBy>
  <cp:revision>1</cp:revision>
  <dcterms:created xsi:type="dcterms:W3CDTF">2026-08-27T14:20:08Z</dcterms:created>
  <dcterms:modified xsi:type="dcterms:W3CDTF">2026-08-27T14:20:08Z</dcterms:modified>
</cp:coreProperties>
</file>